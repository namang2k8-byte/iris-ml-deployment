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End-to-End Machine Learning Deployment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Iris Flower Classification API • Final AI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Predict Iris species from four flower measurements.</a:t>
            </a:r>
          </a:p>
          <a:p>
            <a:pPr>
              <a:defRPr sz="2200"/>
            </a:pPr>
            <a:r>
              <a:t>Classes: setosa, versicolor, virginica.</a:t>
            </a:r>
          </a:p>
          <a:p>
            <a:pPr>
              <a:defRPr sz="2200"/>
            </a:pPr>
            <a:r>
              <a:t>Goal: package a trained model behind a simple, testable web API.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Dataset: scikit-learn Iris (150 samples).</a:t>
            </a:r>
          </a:p>
          <a:p>
            <a:pPr>
              <a:defRPr sz="2200"/>
            </a:pPr>
            <a:r>
              <a:t>Inputs: sepal length, sepal width, petal length, petal width (cm).</a:t>
            </a:r>
          </a:p>
          <a:p>
            <a:pPr>
              <a:defRPr sz="2200"/>
            </a:pPr>
            <a:r>
              <a:t>Target: one of three Iris species.</a:t>
            </a:r>
          </a:p>
          <a:p>
            <a:pPr>
              <a:defRPr sz="2200"/>
            </a:pPr>
            <a:r>
              <a:t>Dataset is built into scikit-learn, so no separate download is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Preprocessing &amp;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Use a stratified 80/20 train-test split.</a:t>
            </a:r>
          </a:p>
          <a:p>
            <a:pPr>
              <a:defRPr sz="2200"/>
            </a:pPr>
            <a:r>
              <a:t>StandardScaler normalizes feature scales.</a:t>
            </a:r>
          </a:p>
          <a:p>
            <a:pPr>
              <a:defRPr sz="2200"/>
            </a:pPr>
            <a:r>
              <a:t>Logistic Regression performs multiclass classification.</a:t>
            </a:r>
          </a:p>
          <a:p>
            <a:pPr>
              <a:defRPr sz="2200"/>
            </a:pPr>
            <a:r>
              <a:t>A single Pipeline keeps preprocessing consistent at inference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Training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Train with train_model.py.</a:t>
            </a:r>
          </a:p>
          <a:p>
            <a:pPr>
              <a:defRPr sz="2200"/>
            </a:pPr>
            <a:r>
              <a:t>Evaluate held-out test data with accuracy, confusion matrix and classification report.</a:t>
            </a:r>
          </a:p>
          <a:p>
            <a:pPr>
              <a:defRPr sz="2200"/>
            </a:pPr>
            <a:r>
              <a:t>Metrics are saved to metrics.json.</a:t>
            </a:r>
          </a:p>
          <a:p>
            <a:pPr>
              <a:defRPr sz="2200"/>
            </a:pPr>
            <a:r>
              <a:t>Run the script to capture the exact result for your report.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Joblib serializes the fitted preprocessing + classifier pipeline.</a:t>
            </a:r>
          </a:p>
          <a:p>
            <a:pPr>
              <a:defRPr sz="2200"/>
            </a:pPr>
            <a:r>
              <a:t>Artifact: model.joblib.</a:t>
            </a:r>
          </a:p>
          <a:p>
            <a:pPr>
              <a:defRPr sz="2200"/>
            </a:pPr>
            <a:r>
              <a:t>The Flask app loads the artifact once at startup.</a:t>
            </a:r>
          </a:p>
          <a:p>
            <a:pPr>
              <a:defRPr sz="2200"/>
            </a:pPr>
            <a:r>
              <a:t>Only deserialize model files from trusted sources.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Prediction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GET /health — service and model status.</a:t>
            </a:r>
          </a:p>
          <a:p>
            <a:pPr>
              <a:defRPr sz="2200"/>
            </a:pPr>
            <a:r>
              <a:t>GET /model-info — model metadata and feature order.</a:t>
            </a:r>
          </a:p>
          <a:p>
            <a:pPr>
              <a:defRPr sz="2200"/>
            </a:pPr>
            <a:r>
              <a:t>POST /predict — JSON array of four numeric measurements.</a:t>
            </a:r>
          </a:p>
          <a:p>
            <a:pPr>
              <a:defRPr sz="2200"/>
            </a:pPr>
            <a:r>
              <a:t>Returns predicted class, class ID, and per-class probabilities.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Web Application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 lightweight HTML form sends measurements to /predict.</a:t>
            </a:r>
          </a:p>
          <a:p>
            <a:pPr>
              <a:defRPr sz="2200"/>
            </a:pPr>
            <a:r>
              <a:t>Input validation returns clear 400 responses for malformed requests.</a:t>
            </a:r>
          </a:p>
          <a:p>
            <a:pPr>
              <a:defRPr sz="2200"/>
            </a:pPr>
            <a:r>
              <a:t>Pytest covers health, invalid payloads, and a valid prediction.</a:t>
            </a:r>
          </a:p>
          <a:p>
            <a:pPr>
              <a:defRPr sz="2200"/>
            </a:pPr>
            <a:r>
              <a:t>Test locally with pytest -q and curl.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Local: install dependencies, train, run Flask app.</a:t>
            </a:r>
          </a:p>
          <a:p>
            <a:pPr>
              <a:defRPr sz="2200"/>
            </a:pPr>
            <a:r>
              <a:t>Container: Dockerfile installs requirements and trains model during build.</a:t>
            </a:r>
          </a:p>
          <a:p>
            <a:pPr>
              <a:defRPr sz="2200"/>
            </a:pPr>
            <a:r>
              <a:t>Hosted: deploy container or Python web service.</a:t>
            </a:r>
          </a:p>
          <a:p>
            <a:pPr>
              <a:defRPr sz="2200"/>
            </a:pPr>
            <a:r>
              <a:t>Use a production WSGI server such as Gunicorn; configure PORT and /health.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Educational dataset; not intended for high-stakes decisions.</a:t>
            </a:r>
          </a:p>
          <a:p>
            <a:pPr>
              <a:defRPr sz="2200"/>
            </a:pPr>
            <a:r>
              <a:t>Add authentication, rate limiting, logging, monitoring and CI for production.</a:t>
            </a:r>
          </a:p>
          <a:p>
            <a:pPr>
              <a:defRPr sz="2200"/>
            </a:pPr>
            <a:r>
              <a:t>Consider model versioning, drift detection and automated retraining.</a:t>
            </a:r>
          </a:p>
          <a:p>
            <a:pPr>
              <a:defRPr sz="2200"/>
            </a:pPr>
            <a:r>
              <a:t>Record deployed URL and attach screenshots after hosting.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Completed workflow: data → preprocessing → training → evaluation → serialization → API.</a:t>
            </a:r>
          </a:p>
          <a:p>
            <a:pPr>
              <a:defRPr sz="2200"/>
            </a:pPr>
            <a:r>
              <a:t>Run: python train_model.py, then python app.py.</a:t>
            </a:r>
          </a:p>
          <a:p>
            <a:pPr>
              <a:defRPr sz="2200"/>
            </a:pPr>
            <a:r>
              <a:t>Demo: open http://127.0.0.1:5000 and submit flower measurements.</a:t>
            </a:r>
          </a:p>
          <a:p>
            <a:pPr>
              <a:defRPr sz="2200"/>
            </a:pPr>
            <a:r>
              <a:t>Submission assets: source code, README, tests, metrics.json and this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